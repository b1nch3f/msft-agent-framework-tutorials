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04" r:id="rId6"/>
    <p:sldId id="324" r:id="rId7"/>
    <p:sldId id="323" r:id="rId8"/>
    <p:sldId id="315" r:id="rId9"/>
    <p:sldId id="297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1166" y="2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7AF20-4323-8B73-B0C4-9C9231BD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D0D47-4733-DE6B-7F25-C95E2A902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9E696-1C72-5F78-200A-725CCA1C4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7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F78D-C377-A002-5221-918D8FAE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E6C5E-829C-E67D-8A9E-F1B721E15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3E477-E2FF-EF38-784C-433AD152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95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agent </a:t>
            </a:r>
            <a:br>
              <a:rPr lang="en-US" dirty="0"/>
            </a:br>
            <a:r>
              <a:rPr lang="en-US" dirty="0"/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Why learn ai agents?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61B9-6AF4-9011-5B77-7CD31E2F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01FC-A13C-6457-588E-8F78243A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</p:spPr>
        <p:txBody>
          <a:bodyPr anchor="b">
            <a:normAutofit/>
          </a:bodyPr>
          <a:lstStyle/>
          <a:p>
            <a:r>
              <a:rPr lang="en-US" dirty="0"/>
              <a:t>Hype cycle for ai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A1A202C6-3F07-0632-1AB4-A1FB1A51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100"/>
          </a:p>
        </p:txBody>
      </p:sp>
      <p:sp>
        <p:nvSpPr>
          <p:cNvPr id="3" name="Text Placeholder 2" descr="Gartner Hype Cycle for 2025 shows AI Agents are the peak of hype">
            <a:extLst>
              <a:ext uri="{FF2B5EF4-FFF2-40B4-BE49-F238E27FC236}">
                <a16:creationId xmlns:a16="http://schemas.microsoft.com/office/drawing/2014/main" id="{41B9C1B0-0545-1218-CA1F-3BD6221291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2286000"/>
            <a:ext cx="3932237" cy="3567086"/>
          </a:xfrm>
        </p:spPr>
        <p:txBody>
          <a:bodyPr>
            <a:normAutofit/>
          </a:bodyPr>
          <a:lstStyle/>
          <a:p>
            <a:r>
              <a:rPr lang="en-US" dirty="0"/>
              <a:t>Hype is investments indicator</a:t>
            </a:r>
          </a:p>
          <a:p>
            <a:r>
              <a:rPr lang="en-US" dirty="0"/>
              <a:t>AI Agents will reach plateau in 2-5 yrs</a:t>
            </a:r>
          </a:p>
        </p:txBody>
      </p:sp>
      <p:pic>
        <p:nvPicPr>
          <p:cNvPr id="8" name="Picture Placeholder 7" descr="A diagram of a graph">
            <a:extLst>
              <a:ext uri="{FF2B5EF4-FFF2-40B4-BE49-F238E27FC236}">
                <a16:creationId xmlns:a16="http://schemas.microsoft.com/office/drawing/2014/main" id="{5A23822F-7FAD-22D0-17CE-D53C1D07D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7446" b="1"/>
          <a:stretch>
            <a:fillRect/>
          </a:stretch>
        </p:blipFill>
        <p:spPr>
          <a:xfrm>
            <a:off x="5183187" y="741459"/>
            <a:ext cx="6242839" cy="5119592"/>
          </a:xfrm>
          <a:noFill/>
        </p:spPr>
      </p:pic>
    </p:spTree>
    <p:extLst>
      <p:ext uri="{BB962C8B-B14F-4D97-AF65-F5344CB8AC3E}">
        <p14:creationId xmlns:p14="http://schemas.microsoft.com/office/powerpoint/2010/main" val="83120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5B36-4752-EB2A-37D2-65FB13C3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5345-F9D6-11D6-D8FF-EFAA232D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Why learn AI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CACD9-CAB8-D12E-D065-C68D9FA7D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Copilots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75DBF-5FD4-5F56-43DA-0187A751D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0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Agent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Tool calling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Observability</a:t>
            </a:r>
          </a:p>
          <a:p>
            <a:pPr lvl="1"/>
            <a:r>
              <a:rPr lang="en-US" dirty="0"/>
              <a:t>Workflows </a:t>
            </a:r>
          </a:p>
          <a:p>
            <a:pPr lvl="1"/>
            <a:r>
              <a:rPr lang="en-US" dirty="0"/>
              <a:t>Orchestration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Shared States</a:t>
            </a:r>
          </a:p>
          <a:p>
            <a:pPr lvl="1"/>
            <a:r>
              <a:rPr lang="en-US" dirty="0"/>
              <a:t>Checkpoints</a:t>
            </a:r>
          </a:p>
          <a:p>
            <a:pPr lvl="1"/>
            <a:r>
              <a:rPr lang="en-US" dirty="0"/>
              <a:t>Observability</a:t>
            </a:r>
          </a:p>
          <a:p>
            <a:pPr lvl="1"/>
            <a:r>
              <a:rPr lang="en-US" dirty="0"/>
              <a:t>Evaluation</a:t>
            </a:r>
          </a:p>
          <a:p>
            <a:pPr lvl="1"/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/>
              <a:t>Sangram Kesari Ray</a:t>
            </a:r>
            <a:endParaRPr lang="en-US" dirty="0"/>
          </a:p>
          <a:p>
            <a:r>
              <a:rPr lang="en-US" dirty="0"/>
              <a:t>shankar.ray030@gmail.com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{7D893537-3F71-437B-8097-46B9A1328E0B}tf78438558_win32</Template>
  <TotalTime>715</TotalTime>
  <Words>64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Custom</vt:lpstr>
      <vt:lpstr>agent  framework</vt:lpstr>
      <vt:lpstr>Why learn ai agents?</vt:lpstr>
      <vt:lpstr>Hype cycle for ai</vt:lpstr>
      <vt:lpstr>Why learn AI agents?</vt:lpstr>
      <vt:lpstr>Agent framework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sangram kesari ray</dc:creator>
  <cp:lastModifiedBy>sangram kesari ray</cp:lastModifiedBy>
  <cp:revision>5</cp:revision>
  <dcterms:created xsi:type="dcterms:W3CDTF">2025-11-20T03:46:06Z</dcterms:created>
  <dcterms:modified xsi:type="dcterms:W3CDTF">2025-11-20T15:41:33Z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