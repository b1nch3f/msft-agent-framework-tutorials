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26" r:id="rId5"/>
    <p:sldId id="323" r:id="rId6"/>
    <p:sldId id="324" r:id="rId7"/>
    <p:sldId id="325" r:id="rId8"/>
    <p:sldId id="327" r:id="rId9"/>
    <p:sldId id="315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1166" y="2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F78D-C377-A002-5221-918D8FAE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E6C5E-829C-E67D-8A9E-F1B721E15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3E477-E2FF-EF38-784C-433AD152E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952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4B551-5CB4-E315-1493-57E5EBC09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EA26F-4946-8E1B-B1D0-D5066BE08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CEE3A-0163-25B4-9C7F-7D9ADD458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590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5E823-AEA3-1ADD-37EC-A9A1B4ED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56F8E-007B-4250-D36C-E3E98E53E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9F49A-B9F4-62F2-FB4D-C2332B9E6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91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AB48-264D-66D5-8597-F2A73903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16103-B94B-8555-9B53-1196DD49F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C329C-6DCF-92E8-B253-E44F384FF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957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A489-2436-3DAE-881A-795C06C5C6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Agent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672219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5B36-4752-EB2A-37D2-65FB13C3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5345-F9D6-11D6-D8FF-EFAA232D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1. single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CACD9-CAB8-D12E-D065-C68D9FA7D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Designed to do one thing, e.g., check flight price.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75DBF-5FD4-5F56-43DA-0187A751D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00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AECE-D464-CA6D-99E3-3F6C2592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A6A4-C218-7D78-D319-E2090CC7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2.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4B48E-63ED-7430-4795-D277BD7C8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Complex tasks with predefined rules, e.g., Approval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A9FC7-1472-550F-0F6B-4FD1796589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5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A597-1AE0-D023-7D4F-AEC47B88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1DE45-170C-DA4F-ADDA-7E1D0AAE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3. multi-Agents as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65E88-4A16-D4AB-7845-F9BA6B9EF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Complex tasks that require multi-agent interactions, e.g., Chatbot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C3B36-583A-958B-662B-1BF317974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28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EC22-FA78-8C3C-ADFB-38BE84AE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EE0B-8CD2-74C2-F2E0-1ADA68C1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4. multi-Workflows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2F19B-22C5-D81C-6CC9-2CBD6F7B3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Complex tasks with pre-defined rules that require deep analysis using multiple workflows, e.g., Data Analytics, Data Science bots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12131-1C65-E747-4E0B-010F82627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528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Agent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Tool calling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Memory</a:t>
            </a:r>
          </a:p>
          <a:p>
            <a:pPr lvl="1"/>
            <a:r>
              <a:rPr lang="en-US" dirty="0"/>
              <a:t>Observability</a:t>
            </a:r>
          </a:p>
          <a:p>
            <a:pPr lvl="1"/>
            <a:r>
              <a:rPr lang="en-US" dirty="0"/>
              <a:t>Workflows </a:t>
            </a:r>
          </a:p>
          <a:p>
            <a:pPr lvl="1"/>
            <a:r>
              <a:rPr lang="en-US" dirty="0"/>
              <a:t>Orchestration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Shared States</a:t>
            </a:r>
          </a:p>
          <a:p>
            <a:pPr lvl="1"/>
            <a:r>
              <a:rPr lang="en-US" dirty="0"/>
              <a:t>Checkpoints</a:t>
            </a:r>
          </a:p>
          <a:p>
            <a:pPr lvl="1"/>
            <a:r>
              <a:rPr lang="en-US" dirty="0"/>
              <a:t>Evaluation</a:t>
            </a:r>
          </a:p>
          <a:p>
            <a:pPr lvl="1"/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/>
              <a:t>Sangram Kesari Ray</a:t>
            </a:r>
            <a:endParaRPr lang="en-US" dirty="0"/>
          </a:p>
          <a:p>
            <a:r>
              <a:rPr lang="en-US" dirty="0"/>
              <a:t>shankar.ray030@gmail.com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{7D893537-3F71-437B-8097-46B9A1328E0B}tf78438558_win32</Template>
  <TotalTime>2022</TotalTime>
  <Words>110</Words>
  <Application>Microsoft Office PowerPoint</Application>
  <PresentationFormat>Widescreen</PresentationFormat>
  <Paragraphs>27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Sabon Next LT</vt:lpstr>
      <vt:lpstr>Custom</vt:lpstr>
      <vt:lpstr>Agent design patterns</vt:lpstr>
      <vt:lpstr>1. single agents</vt:lpstr>
      <vt:lpstr>2. workflows</vt:lpstr>
      <vt:lpstr>3. multi-Agents as workflow</vt:lpstr>
      <vt:lpstr>4. multi-Workflows</vt:lpstr>
      <vt:lpstr>Agent framework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sangram kesari ray</dc:creator>
  <cp:lastModifiedBy>sangram kesari ray</cp:lastModifiedBy>
  <cp:revision>29</cp:revision>
  <dcterms:created xsi:type="dcterms:W3CDTF">2025-11-20T03:46:06Z</dcterms:created>
  <dcterms:modified xsi:type="dcterms:W3CDTF">2025-11-21T17:44:17Z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